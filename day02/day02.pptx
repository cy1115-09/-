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BB612-E1D2-D0F4-AC9D-C8DF38371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8F97E0-4227-B375-89B7-6D97FDC4C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A3333-386C-5AC7-2922-D5375E8D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60183-4FC6-8629-BF50-0FA6936D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8458-5519-D1BC-97A6-806B8FBD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06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00DF5-36B7-9CC5-D38F-08AFCD41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2A7D4-DDA3-A8C7-84FA-4AB835BE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6D9AC-50D6-D177-212B-D67C7FAE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6C5A0-17DF-0C34-0A79-566DD638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17C18-8A7E-EC47-8843-FB0B0919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41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894EE-A544-20D7-932C-4F01FB56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2BEFBC-4AC0-8FC0-0704-60E94100C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F4F09-66EB-42A0-5301-C45F1500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308C47-FD84-784F-ABDA-1C05A35A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741055-5584-F500-B010-80FE36BB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2CCB6-BDE3-614C-AC8A-09833D1C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4256AC-AF29-7BA5-7469-1FDAD2AB4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145558-8F48-E4C3-9CC6-2AABBE755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9E7B9E-2952-82C7-7D34-7F14F8F1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29EAC-361E-2BB9-B8D8-BC1E0487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17CB80-C738-FE50-5CD0-CF887F6A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40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69661-4302-B1FD-73BD-1A265E85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F183DC-AACB-D9FB-2CCB-546ADE569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2F4B25-AE89-F2D8-ABA8-F90B6AEBB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FFBC25-3B1B-7AFD-D2DC-6BF29A445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5BE0B3-AF83-C98C-AFEA-BC70EFA55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D7208E-5C6A-7C4B-5FFA-425099B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A4089C-CCB7-D98C-0408-C2361360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25CF53-7E6E-9472-21D1-02C06CF7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4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9C297-5194-2B75-FCE3-7531FB75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E1BD62-34A6-98AF-1940-3EE8B2A4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ECA4E0-FFD5-C5FF-B39B-AA5FD019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D6B798-92B8-96B1-1E6E-4BB74AC8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75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88B07F-A347-5EA9-B25C-34D32D81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485FD6-9B33-A702-4B86-2BB81619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B16F1A-8263-D658-DC03-D4A969F3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87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2193-C12B-A252-7789-A9FD86AE9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DF2C6B-90D4-542F-8C35-7B55BC314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C89CBF-FC9C-AC74-14B6-B5214F1FE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E81DF7-CA9D-53D6-4CA7-763F2251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542217-0779-A41D-43B4-62C1FFB3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A24C8D-3EB3-60E8-1627-44152E3C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25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2A559-B06A-809F-24E0-C29844AB3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AF319E-814B-C62E-C881-CD60AA5C4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6591-6F82-716E-939D-78BC9D5F6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5A9F18-3DEF-F491-DC3E-F51319C5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EBC097-045B-16BD-E63D-7A9C1A9D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D31EAF-4DD6-32E2-B056-C4C04C0B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46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ED696-D8FB-BE60-18FF-DD5270ECC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C187B1-B1FA-4AE8-3196-9F19C2030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FC8B9-5E9C-A577-77B2-35769857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4BC5-AE5E-63F3-25AB-1216568C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FBD0F5-4251-A1BD-341F-BC1BE465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337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101F05-E85B-9485-3F07-4045B7448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AC18B4-F3ED-54F0-7F26-5E357473C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E051A4-5ED9-017F-7CAB-C95DC93A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AADE1-9B1A-A5AC-0B4E-E294BA33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1B8C1-FFBE-AEE6-B71C-9127940E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18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AB1526-9878-409E-DF08-00103243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ED8EEE-9C17-FD68-6F13-FA5776102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31B7C-C403-1E87-8113-AB9154846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14992-9F3A-432B-8DD2-00A85076449C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884B3-CB7B-111A-009F-35FFCADB9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A3DE88-380A-C15B-00DA-7D9CCF1B2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44BFE-FD5F-4717-A742-0B8DD8097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34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878F68-81E5-CA34-9C39-EF717FE1ECD8}"/>
              </a:ext>
            </a:extLst>
          </p:cNvPr>
          <p:cNvSpPr txBox="1"/>
          <p:nvPr/>
        </p:nvSpPr>
        <p:spPr>
          <a:xfrm>
            <a:off x="5133236" y="2688880"/>
            <a:ext cx="192552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day02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3718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허태영</dc:creator>
  <cp:lastModifiedBy>허태영</cp:lastModifiedBy>
  <cp:revision>1</cp:revision>
  <dcterms:created xsi:type="dcterms:W3CDTF">2026-08-19T12:08:13Z</dcterms:created>
  <dcterms:modified xsi:type="dcterms:W3CDTF">2026-08-19T12:08:25Z</dcterms:modified>
</cp:coreProperties>
</file>